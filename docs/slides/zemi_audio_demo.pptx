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wav" ContentType="audio/wav"/>
  <Override PartName="/ppt/media/media2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wav"/><Relationship Id="rId4" Type="http://schemas.openxmlformats.org/officeDocument/2006/relationships/video" Target="../media/media1.wav"/><Relationship Id="rId5" Type="http://schemas.openxmlformats.org/officeDocument/2006/relationships/image" Target="../media/image2.png"/><Relationship Id="rId6" Type="http://schemas.microsoft.com/office/2007/relationships/media" Target="../media/media2.wav"/><Relationship Id="rId7" Type="http://schemas.openxmlformats.org/officeDocument/2006/relationships/video" Target="../media/media2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Expressive performance: the same bars, flat vs played</a:t>
            </a:r>
          </a:p>
        </p:txBody>
      </p:sp>
      <p:pic>
        <p:nvPicPr>
          <p:cNvPr id="3" name="Picture 2" descr="deck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914400"/>
            <a:ext cx="8229600" cy="4927468"/>
          </a:xfrm>
          <a:prstGeom prst="rect">
            <a:avLst/>
          </a:prstGeom>
        </p:spPr>
      </p:pic>
      <p:pic>
        <p:nvPicPr>
          <p:cNvPr id="4" name="flat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43200" y="5760720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03120" y="64465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flat (score)</a:t>
            </a:r>
          </a:p>
        </p:txBody>
      </p:sp>
      <p:pic>
        <p:nvPicPr>
          <p:cNvPr id="6" name="expressive.wav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15200" y="5760720"/>
            <a:ext cx="73152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64465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expressive (performance)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